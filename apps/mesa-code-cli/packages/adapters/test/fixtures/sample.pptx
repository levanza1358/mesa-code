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Mention the APAC region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Quarterly Report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Revenue up 20%</a:t>
            </a:r>
          </a:p>
          <a:p>
            <a:pPr lvl="1"/>
            <a:r>
              <a:t>Costs down 5%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Numbers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54864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Sales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APAC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