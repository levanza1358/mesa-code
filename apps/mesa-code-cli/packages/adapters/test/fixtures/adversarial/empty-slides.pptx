
<file path=ppt/presentation.xml><?xml version="1.0" encoding="utf-8"?>
<p:presentation xmlns:p="x" xmlns:r="y">
  <p:sldIdLst>
    <p:sldId id="256" r:id="rId1"/>
  </p:sldIdLst>
</p:presentation>
</file>

<file path=ppt/_rels/presentation.xml.rels><Relationships xmlns="z"><Relationship Id="rId1" Type="t" Target="slides/slide1.xml"/></Relationships>
</file>

<file path=ppt/slides/slide1.xml><?xml version="1.0" encoding="utf-8"?>
<p:sld xmlns:p="x">
  <p:cSld/>
</p:sld>
</file>